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Linked recording (not embedded): Cook et al. (2025), Supplementary Video 2. https://youtu.be/1zZc18B8ZW0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Movie S3 was converted to H.264 for smaller compatible delivery at unchanged resolution and frame rate.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a:p>
            <a:r>
              <a:t>Linked recording (not embedded): Cook et al. (2025), Supplementary Video 1. https://youtu.be/oen67G5w5S0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Movie S3 was converted to H.264 for smaller compatible delivery at unchanged resolution and frame rate.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Movie S3 was converted to H.264 for smaller compatible delivery at unchanged resolution and frame rate.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Movie S3 was converted to H.264 for smaller compatible delivery at unchanged resolution and frame rate.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 Id="rId4" Type="http://schemas.openxmlformats.org/officeDocument/2006/relationships/image" Target="../media/image30.png"/><Relationship Id="rId5" Type="http://schemas.microsoft.com/office/2007/relationships/media" Target="../media/media2.mp4"/><Relationship Id="rId6" Type="http://schemas.openxmlformats.org/officeDocument/2006/relationships/video" Target="../media/media2.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 Id="rId4" Type="http://schemas.openxmlformats.org/officeDocument/2006/relationships/image" Target="../media/image31.png"/><Relationship Id="rId5" Type="http://schemas.microsoft.com/office/2007/relationships/media" Target="../media/media3.mp4"/><Relationship Id="rId6" Type="http://schemas.openxmlformats.org/officeDocument/2006/relationships/video" Target="../media/media3.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 Id="rId4" Type="http://schemas.openxmlformats.org/officeDocument/2006/relationships/image" Target="../media/image32.png"/><Relationship Id="rId5" Type="http://schemas.microsoft.com/office/2007/relationships/media" Target="../media/media4.mp4"/><Relationship Id="rId6" Type="http://schemas.openxmlformats.org/officeDocument/2006/relationships/video" Target="../media/media4.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