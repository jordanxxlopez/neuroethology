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playback-compatible MP4 retains original frame count, display proportions, timing, scene order, and audio; conversion verification is recorded in media_conversion_audit.json.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playback-compatible MP4 retains original frame count, display proportions, timing, scene order, and audio; conversion verification is recorded in media_conversion_audit.json.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playback-compatible MP4 retains original frame count, display proportions, timing, scene order, and audio; conversion verification is recorded in media_conversion_audit.json.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**Timbre**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r>
              <a:t>• 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r>
              <a:t>• The test sequences contained 25 equally spaced snare beats at 112, 120, or 128 bpm. The familiar 120 bpm condition and unfamiliar neighboring rates separated recognition of a practiced speed from flexible adjustment of the ongoing movement to an external pulse.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Matched head and arm movement measurements in the UCSC experiment.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UCSC study compared Ronan’s head bob with a downward arm movement in humans. Both tasks marked the beat with the lowest point of a relatively large movement. Familiar finger tapping would have changed the movement demands as well as the species being compared.</a:t>
            </a:r>
          </a:p>
          <a:p>
            <a:r>
              <a:t>• 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r>
              <a:t>• 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large-amplitude movements timed to sound onset.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r>
              <a:t>• 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r>
              <a:t>• 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Measured sea-lion and human timing across the three test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r>
              <a:t>• 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r>
              <a:t>• 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timing profiles in the same sea lion.</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 Id="rId4" Type="http://schemas.openxmlformats.org/officeDocument/2006/relationships/image" Target="../media/image30.png"/><Relationship Id="rId5" Type="http://schemas.microsoft.com/office/2007/relationships/media" Target="../media/media2.mp4"/><Relationship Id="rId6" Type="http://schemas.openxmlformats.org/officeDocument/2006/relationships/video" Target="../media/media2.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 Id="rId4" Type="http://schemas.openxmlformats.org/officeDocument/2006/relationships/image" Target="../media/image31.png"/><Relationship Id="rId5" Type="http://schemas.microsoft.com/office/2007/relationships/media" Target="../media/media3.mp4"/><Relationship Id="rId6" Type="http://schemas.openxmlformats.org/officeDocument/2006/relationships/video" Target="../media/media3.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 Id="rId4" Type="http://schemas.openxmlformats.org/officeDocument/2006/relationships/image" Target="../media/image32.png"/><Relationship Id="rId5" Type="http://schemas.microsoft.com/office/2007/relationships/media" Target="../media/media4.mp4"/><Relationship Id="rId6" Type="http://schemas.openxmlformats.org/officeDocument/2006/relationships/video" Target="../media/media4.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new sound separates timbre from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Timbre</a:t>
            </a:r>
            <a:r>
              <a:rPr sz="1600" b="0" i="0">
                <a:solidFill>
                  <a:srgbClr val="000000"/>
                </a:solidFill>
                <a:latin typeface="Arial"/>
              </a:rPr>
              <a:t>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pPr algn="l">
              <a:lnSpc>
                <a:spcPct val="108000"/>
              </a:lnSpc>
              <a:spcAft>
                <a:spcPts val="960"/>
              </a:spcAft>
            </a:pPr>
            <a:r>
              <a:rPr sz="1600" b="0" i="0">
                <a:solidFill>
                  <a:srgbClr val="000000"/>
                </a:solidFill>
                <a:latin typeface="Arial"/>
              </a:rPr>
              <a:t>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pPr algn="l">
              <a:lnSpc>
                <a:spcPct val="108000"/>
              </a:lnSpc>
              <a:spcAft>
                <a:spcPts val="960"/>
              </a:spcAft>
            </a:pPr>
            <a:r>
              <a:rPr sz="1600" b="0" i="0">
                <a:solidFill>
                  <a:srgbClr val="000000"/>
                </a:solidFill>
                <a:latin typeface="Arial"/>
              </a:rPr>
              <a:t>The test sequences contained 25 equally spaced snare beats at 112, 120, or 128 bpm. The familiar 120 bpm condition and unfamiliar neighboring rates separated recognition of a practiced speed from flexible adjustment of the ongoing movement to an external pulse.</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Matched head and arm movement measurements in the UCSC experiment.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UCSC comparison matches the movement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UCSC study compared Ronan’s head bob with a downward arm movement in humans. Both tasks marked the beat with the lowest point of a relatively large movement. Familiar finger tapping would have changed the movement demands as well as the species being compared.</a:t>
            </a:r>
          </a:p>
          <a:p>
            <a:pPr algn="l">
              <a:lnSpc>
                <a:spcPct val="108000"/>
              </a:lnSpc>
              <a:spcAft>
                <a:spcPts val="960"/>
              </a:spcAft>
            </a:pPr>
            <a:r>
              <a:rPr sz="1600" b="0" i="0">
                <a:solidFill>
                  <a:srgbClr val="000000"/>
                </a:solidFill>
                <a:latin typeface="Arial"/>
              </a:rPr>
              <a:t>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pPr algn="l">
              <a:lnSpc>
                <a:spcPct val="108000"/>
              </a:lnSpc>
              <a:spcAft>
                <a:spcPts val="960"/>
              </a:spcAft>
            </a:pPr>
            <a:r>
              <a:rPr sz="1600" b="0" i="0">
                <a:solidFill>
                  <a:srgbClr val="000000"/>
                </a:solidFill>
                <a:latin typeface="Arial"/>
              </a:rPr>
              <a:t>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large-amplitude movements timed to sound onset.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practiced rhythm supports nearby unfamiliar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pPr algn="l">
              <a:lnSpc>
                <a:spcPct val="108000"/>
              </a:lnSpc>
              <a:spcAft>
                <a:spcPts val="900"/>
              </a:spcAft>
            </a:pPr>
            <a:r>
              <a:rPr sz="1500" b="0" i="0">
                <a:solidFill>
                  <a:srgbClr val="000000"/>
                </a:solidFill>
                <a:latin typeface="Arial"/>
              </a:rPr>
              <a:t>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pPr algn="l">
              <a:lnSpc>
                <a:spcPct val="108000"/>
              </a:lnSpc>
              <a:spcAft>
                <a:spcPts val="900"/>
              </a:spcAft>
            </a:pPr>
            <a:r>
              <a:rPr sz="1500" b="0" i="0">
                <a:solidFill>
                  <a:srgbClr val="000000"/>
                </a:solidFill>
                <a:latin typeface="Arial"/>
              </a:rPr>
              <a:t>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Measured sea-lion and human timing across the three test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Longitudinal practice changes precision within the cycle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pPr algn="l">
              <a:lnSpc>
                <a:spcPct val="108000"/>
              </a:lnSpc>
              <a:spcAft>
                <a:spcPts val="900"/>
              </a:spcAft>
            </a:pPr>
            <a:r>
              <a:rPr sz="1500" b="0" i="0">
                <a:solidFill>
                  <a:srgbClr val="000000"/>
                </a:solidFill>
                <a:latin typeface="Arial"/>
              </a:rPr>
              <a:t>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pPr algn="l">
              <a:lnSpc>
                <a:spcPct val="108000"/>
              </a:lnSpc>
              <a:spcAft>
                <a:spcPts val="900"/>
              </a:spcAft>
            </a:pPr>
            <a:r>
              <a:rPr sz="1500" b="0" i="0">
                <a:solidFill>
                  <a:srgbClr val="000000"/>
                </a:solidFill>
                <a:latin typeface="Arial"/>
              </a:rPr>
              <a:t>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timing profiles in the same sea lion.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